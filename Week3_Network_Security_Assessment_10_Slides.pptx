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69680" y="0"/>
            <a:ext cx="338328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220281" cy="12772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WEEK 3 – NETWORK SECURITY ASSESSMENT</a:t>
            </a:r>
          </a:p>
          <a:p>
            <a:pPr>
              <a:defRPr sz="2400">
                <a:solidFill>
                  <a:srgbClr val="BFDBFE"/>
                </a:solidFill>
                <a:latin typeface="Aptos"/>
              </a:defRPr>
            </a:pPr>
            <a:r>
              <a:rPr dirty="0"/>
              <a:t>Nmap &amp; Wireshark Practical Lab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rPr lang="en-US" dirty="0"/>
              <a:t>DG INTERNS HUB</a:t>
            </a:r>
            <a:r>
              <a:rPr dirty="0"/>
              <a:t> • Ethical Hacking Track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069080"/>
            <a:ext cx="105156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4178808"/>
            <a:ext cx="10186416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  <a:latin typeface="Aptos"/>
              </a:defRPr>
            </a:pPr>
            <a:r>
              <a:t>What I did: discovered the lab network, enumerated services, captured traffic, investigated vulnerabilities, hardened the target, and verified the fixes.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893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</a:defRPr>
            </a:pPr>
            <a:r>
              <a:t>Mah Noor  |  Kali Linux ↔ Metasploitable2  |  VMware Host-Only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1. Objectives &amp; Lab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A controlled, authorized network-security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78992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Discover active hosts and identify the target with Nmap.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Identify open ports, services, and versions on Metasploitable2.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Capture and analyze live traffic in Wireshark.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Correlate Nmap results with packet-level evidence.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Run Nmap vulnerability scripts and identify security findings.</a:t>
            </a:r>
          </a:p>
          <a:p>
            <a:pPr>
              <a:spcAft>
                <a:spcPts val="9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Apply hardening changes and verify them with before/after scans.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257800"/>
            <a:ext cx="107899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5367528"/>
            <a:ext cx="10460736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E293B"/>
                </a:solidFill>
                <a:latin typeface="Aptos"/>
              </a:defRPr>
            </a:pPr>
            <a:r>
              <a:t>Lab: VMware host-only network (VMnet1) • 192.168.139.0/24</a:t>
            </a:r>
            <a:br/>
            <a:r>
              <a:t>Kali: 192.168.139.128  |  Target: Metasploitable2: 192.168.139.129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2. Task 7 – Network Discovery &amp; Basic Nmap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Finding live systems before examining their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17320"/>
            <a:ext cx="26517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2363EB"/>
                </a:solidFill>
              </a:defRPr>
            </a:pPr>
            <a:r>
              <a:t>Kali</a:t>
            </a:r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192.168.139.128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417320"/>
            <a:ext cx="26517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0" y="1600200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DC2626"/>
                </a:solidFill>
              </a:defRPr>
            </a:pPr>
            <a:r>
              <a:t>Target</a:t>
            </a:r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192.168.139.129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1417320"/>
            <a:ext cx="26517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41080" y="1600200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6A34A"/>
                </a:solidFill>
              </a:defRPr>
            </a:pPr>
            <a:r>
              <a:t>Gateway</a:t>
            </a:r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192.168.139.1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66160" y="2039112"/>
            <a:ext cx="114300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360920" y="2039112"/>
            <a:ext cx="114300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" y="3063240"/>
            <a:ext cx="47548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172968"/>
            <a:ext cx="4425696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E293B"/>
                </a:solidFill>
                <a:latin typeface="Aptos"/>
              </a:defRPr>
            </a:pPr>
            <a:r>
              <a:t>Command used:</a:t>
            </a:r>
            <a:br/>
            <a:r>
              <a:t>nmap -sn 192.168.139.0/24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3063240"/>
            <a:ext cx="516636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53912" y="3172968"/>
            <a:ext cx="4837176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  <a:latin typeface="Aptos"/>
              </a:defRPr>
            </a:pPr>
            <a:r>
              <a:t>Result: 5 active hosts were discovered. The key assessment target was Metasploitable2 at 192.168.139.129.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617720"/>
            <a:ext cx="102412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" y="4727448"/>
            <a:ext cx="991209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Next step: after host discovery, I ran a service/version scan against the target.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3. Task 8 – Advanced Nmap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Moving from discovery to detailed service enumeration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47472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344168"/>
            <a:ext cx="3145536" cy="165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1  Service &amp; Version Detection</a:t>
            </a:r>
            <a:br/>
            <a:r>
              <a:t>nmap -sV 192.168.139.129</a:t>
            </a:r>
            <a:br/>
            <a:r>
              <a:t>Identified the services and software versions running on exposed 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47472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1344168"/>
            <a:ext cx="3145536" cy="165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2  Aggressive Scan</a:t>
            </a:r>
            <a:br/>
            <a:r>
              <a:t>nmap -A 192.168.139.129</a:t>
            </a:r>
            <a:br/>
            <a:r>
              <a:t>Combined OS detection, version detection, scripts, and traceroute for deeper enumeration.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234440"/>
            <a:ext cx="347472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65592" y="1344168"/>
            <a:ext cx="3145536" cy="165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3  SYN Scan</a:t>
            </a:r>
            <a:br/>
            <a:r>
              <a:t>sudo nmap -sS 192.168.139.129</a:t>
            </a:r>
            <a:br/>
            <a:r>
              <a:t>Used TCP SYN probing to distinguish open and closed ports.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03320"/>
            <a:ext cx="1078992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3813048"/>
            <a:ext cx="10460736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  <a:latin typeface="Aptos"/>
              </a:defRPr>
            </a:pPr>
            <a:r>
              <a:t>Key result: 20+ services/ports were exposed, including FTP, SSH, Telnet, HTTP, Samba, databases, VNC, IRC, NFS, and backdoor services.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74920"/>
            <a:ext cx="100584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Highest-risk examples: 21/FTP, 23/Telnet, 1524/Bindshell, 6667/IRC, 3306/MySQL, 5432/PostgreSQL.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4. Major Security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What the Nmap results showed on the intentionally vulnerable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88720"/>
            <a:ext cx="530352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298448"/>
            <a:ext cx="4974336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21 – vsFTPd 2.3.4  [CRITICAL]</a:t>
            </a:r>
            <a:br/>
            <a:r>
              <a:t>Known backdoor (CVE-2011-2523); anonymous login was also allowed.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87168"/>
            <a:ext cx="530352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2596896"/>
            <a:ext cx="4974336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23 – Telnet  [HIGH]</a:t>
            </a:r>
            <a:br/>
            <a:r>
              <a:t>Unencrypted remote access; credentials can be exposed in packet captures.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85615"/>
            <a:ext cx="530352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3895344"/>
            <a:ext cx="4974336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1524 – Bindshell  [CRITICAL]</a:t>
            </a:r>
            <a:br/>
            <a:r>
              <a:t>Intentional root shell backdoor; no authentication required.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084064"/>
            <a:ext cx="530352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5193792"/>
            <a:ext cx="4974336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6667 – UnrealIRCd  [CRITICAL]</a:t>
            </a:r>
            <a:br/>
            <a:r>
              <a:t>Known backdoor risk allowing remote command execution.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084064"/>
            <a:ext cx="530352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5193792"/>
            <a:ext cx="4974336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3306 / 5432 – Databases  [HIGH]</a:t>
            </a:r>
            <a:br/>
            <a:r>
              <a:t>Outdated MySQL/PostgreSQL services exposed to the network.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084064"/>
            <a:ext cx="530352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" y="5193792"/>
            <a:ext cx="4974336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5900 / 2049 – VNC &amp; NFS  [HIGH]</a:t>
            </a:r>
            <a:br/>
            <a:r>
              <a:t>Remote desktop and file-sharing exposure increased attack surface.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188720"/>
            <a:ext cx="516636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28231" y="1298448"/>
            <a:ext cx="4837176" cy="2523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  <a:latin typeface="Aptos"/>
              </a:defRPr>
            </a:pPr>
            <a:r>
              <a:t>Impact</a:t>
            </a:r>
            <a:br/>
            <a:r>
              <a:t>• Unauthorized access</a:t>
            </a:r>
            <a:br/>
            <a:r>
              <a:t>• Potential system takeover</a:t>
            </a:r>
            <a:br/>
            <a:r>
              <a:t>• Credential exposure</a:t>
            </a:r>
            <a:br/>
            <a:r>
              <a:t>• Data exposure / modification</a:t>
            </a:r>
            <a:br/>
            <a:r>
              <a:t>• Larger attack surface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251960"/>
            <a:ext cx="51663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1" y="4361688"/>
            <a:ext cx="4837176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  <a:latin typeface="Aptos"/>
              </a:defRPr>
            </a:pPr>
            <a:r>
              <a:t>Assessment principle: identify what is exposed → understand the risk → recommend a fix.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5. Task 9 – Wireshark Traffic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Seeing the network activity at packet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1663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344168"/>
            <a:ext cx="483717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E293B"/>
                </a:solidFill>
                <a:latin typeface="Aptos"/>
              </a:defRPr>
            </a:pPr>
            <a:r>
              <a:t>Filter: dns</a:t>
            </a:r>
            <a:br/>
            <a:r>
              <a:t>DNS queries and responses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50008"/>
            <a:ext cx="51663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2459736"/>
            <a:ext cx="483717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E293B"/>
                </a:solidFill>
                <a:latin typeface="Aptos"/>
              </a:defRPr>
            </a:pPr>
            <a:r>
              <a:t>Filter: tcp</a:t>
            </a:r>
            <a:br/>
            <a:r>
              <a:t>TCP connections and HTTP traffic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465576"/>
            <a:ext cx="51663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3575304"/>
            <a:ext cx="483717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E293B"/>
                </a:solidFill>
                <a:latin typeface="Aptos"/>
              </a:defRPr>
            </a:pPr>
            <a:r>
              <a:t>Filter: icmp</a:t>
            </a:r>
            <a:br/>
            <a:r>
              <a:t>Ping / host reachability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581144"/>
            <a:ext cx="51663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" y="4690872"/>
            <a:ext cx="483717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E293B"/>
                </a:solidFill>
                <a:latin typeface="Aptos"/>
              </a:defRPr>
            </a:pPr>
            <a:r>
              <a:t>Filter: tcp.flags.syn == 1</a:t>
            </a:r>
            <a:br/>
            <a:r>
              <a:t>New TCP connection attempts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34440"/>
            <a:ext cx="50749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1" y="1344168"/>
            <a:ext cx="4745736" cy="2706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Observed evidence</a:t>
            </a:r>
            <a:br/>
            <a:r>
              <a:t>• TCP three-way handshake: SYN → SYN/ACK → ACK</a:t>
            </a:r>
            <a:br/>
            <a:r>
              <a:t>• HTTP GET / followed by 200 OK</a:t>
            </a:r>
            <a:br/>
            <a:r>
              <a:t>• ICMP Echo requests/replies between Kali and the target</a:t>
            </a:r>
            <a:br/>
            <a:r>
              <a:t>• DNS queries from Kali were visible in the capture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434840"/>
            <a:ext cx="50749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28231" y="4544568"/>
            <a:ext cx="4745736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Why it mattered: Wireshark let me verify what the scanner was actually sending and how the target responded.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6. Task 10 – Nmap + Wireshark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Correlating scan results with packet-level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516636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389888"/>
            <a:ext cx="4837176" cy="1837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  <a:latin typeface="Aptos"/>
              </a:defRPr>
            </a:pPr>
            <a:r>
              <a:t>OPEN PORT</a:t>
            </a:r>
            <a:br/>
            <a:r>
              <a:t>Kali → SYN → Target</a:t>
            </a:r>
            <a:br/>
            <a:r>
              <a:t>Target → SYN/ACK</a:t>
            </a:r>
            <a:br/>
            <a:br/>
            <a:r>
              <a:t>Example: Port 80, Port 22, Port 21, Port 1524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80160"/>
            <a:ext cx="516636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1" y="1389888"/>
            <a:ext cx="4837176" cy="1837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  <a:latin typeface="Aptos"/>
              </a:defRPr>
            </a:pPr>
            <a:r>
              <a:t>CLOSED PORT</a:t>
            </a:r>
            <a:br/>
            <a:r>
              <a:t>Kali → SYN → Target</a:t>
            </a:r>
            <a:br/>
            <a:r>
              <a:t>Target → RST</a:t>
            </a:r>
            <a:br/>
            <a:br/>
            <a:r>
              <a:t>Example: Port 143, 995, 8888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03320"/>
            <a:ext cx="516636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3813048"/>
            <a:ext cx="4837176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Filter used to isolate Nmap probes:</a:t>
            </a:r>
            <a:br/>
            <a:r>
              <a:t>tcp.flags.syn == 1 &amp;&amp; tcp.flags.ack ==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703320"/>
            <a:ext cx="516636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1" y="3813048"/>
            <a:ext cx="4837176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Filter used to isolate target resets:</a:t>
            </a:r>
            <a:br/>
            <a:r>
              <a:t>tcp.flags.reset ==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074920"/>
            <a:ext cx="107442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5184648"/>
            <a:ext cx="10415016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E293B"/>
                </a:solidFill>
                <a:latin typeface="Aptos"/>
              </a:defRPr>
            </a:pPr>
            <a:r>
              <a:t>Key learning: Nmap results were not just numbers on a screen — Wireshark showed the SYN/SYN-ACK/RST behavior behind those results.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7. Task 11–12 – Investigation &amp; Vulnerability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Turning traffic and scan evidence into security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0704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Investigated the pcapng capture and identified the main communicating hosts.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Observed a large burst of TCP SYN packets during the Nmap scan — the signature of port scanning.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Used Nmap NSE vulnerability scripts:  sudo nmap --script vuln 192.168.139.129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Confirmed important findings including the vsFTPd 2.3.4 backdoor and SSL POODLE (CVE-2014-3566).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Documented evidence, risk, potential impact, and recommended remediation for each finding.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92040"/>
            <a:ext cx="51663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5001768"/>
            <a:ext cx="483717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93B"/>
                </a:solidFill>
                <a:latin typeface="Aptos"/>
              </a:defRPr>
            </a:pPr>
            <a:r>
              <a:t>Assessment outcome</a:t>
            </a:r>
            <a:br/>
            <a:r>
              <a:t>3 critical backdoor findings + multiple high-risk/outdated services + confirmed CVE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892040"/>
            <a:ext cx="51663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5001768"/>
            <a:ext cx="483717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E293B"/>
                </a:solidFill>
                <a:latin typeface="Aptos"/>
              </a:defRPr>
            </a:pPr>
            <a:r>
              <a:t>Professional workflow</a:t>
            </a:r>
            <a:br/>
            <a:r>
              <a:t>Discovery → Enumeration → Traffic Analysis → Vulnerability Assessment → Remediation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8. Task 13 – Security Hardening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Applying fixes and checking that the attack surface actually 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493776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35607"/>
            <a:ext cx="4608576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1E293B"/>
                </a:solidFill>
                <a:latin typeface="Aptos"/>
              </a:defRPr>
            </a:pPr>
            <a:r>
              <a:t>BEFORE</a:t>
            </a:r>
            <a:br/>
            <a:r>
              <a:t>21 FTP — OPEN</a:t>
            </a:r>
            <a:br/>
            <a:r>
              <a:t>23 Telnet — OPEN</a:t>
            </a:r>
            <a:br/>
            <a:r>
              <a:t>1099 Java RMI — OPEN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325880"/>
            <a:ext cx="493776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02552" y="1435607"/>
            <a:ext cx="4608576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1E293B"/>
                </a:solidFill>
                <a:latin typeface="Aptos"/>
              </a:defRPr>
            </a:pPr>
            <a:r>
              <a:t>AFTER</a:t>
            </a:r>
            <a:br/>
            <a:r>
              <a:t>21 FTP — CLOSED</a:t>
            </a:r>
            <a:br/>
            <a:r>
              <a:t>23 Telnet — CLOSED</a:t>
            </a:r>
            <a:br/>
            <a:r>
              <a:t>1099 Java RMI — CLOSED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394960" y="1874519"/>
            <a:ext cx="960120" cy="594360"/>
          </a:xfrm>
          <a:prstGeom prst="rightArrow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566160"/>
            <a:ext cx="10698480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Stopped/terminated the processes responsible for the exposed services on Metasploitable2.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The FTP/xinetd process was identified through netstat; the process was killed and the ports were rechecked.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A separate Java RMI process was also stopped.</a:t>
            </a:r>
          </a:p>
          <a:p>
            <a:pPr>
              <a:spcAft>
                <a:spcPts val="9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• Ran a fresh nmap -sV scan from Kali to verify the ports were no longer listening.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715000"/>
            <a:ext cx="1069848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" y="5824728"/>
            <a:ext cx="10369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Result: 3 high-risk attack vectors were removed and the changes were verified with after-scans.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9. Final Assessment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What I learned and what the complete assessment achieved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1280160"/>
            <a:ext cx="1051560" cy="1051560"/>
          </a:xfrm>
          <a:prstGeom prst="ellipse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36192"/>
            <a:ext cx="1051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246888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11F36"/>
                </a:solidFill>
              </a:defRPr>
            </a:pPr>
            <a:r>
              <a:t>Discovery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Found active hosts with Nmap.</a:t>
            </a:r>
          </a:p>
        </p:txBody>
      </p:sp>
      <p:sp>
        <p:nvSpPr>
          <p:cNvPr id="9" name="Oval 8"/>
          <p:cNvSpPr/>
          <p:nvPr/>
        </p:nvSpPr>
        <p:spPr>
          <a:xfrm>
            <a:off x="2514600" y="1280160"/>
            <a:ext cx="1051560" cy="1051560"/>
          </a:xfrm>
          <a:prstGeom prst="ellipse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14600" y="1536192"/>
            <a:ext cx="1051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0008" y="246888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11F36"/>
                </a:solidFill>
              </a:defRPr>
            </a:pPr>
            <a:r>
              <a:t>Enumeration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Mapped open ports, services, and versions.</a:t>
            </a:r>
          </a:p>
        </p:txBody>
      </p:sp>
      <p:sp>
        <p:nvSpPr>
          <p:cNvPr id="12" name="Oval 11"/>
          <p:cNvSpPr/>
          <p:nvPr/>
        </p:nvSpPr>
        <p:spPr>
          <a:xfrm>
            <a:off x="4434840" y="1280160"/>
            <a:ext cx="1051560" cy="1051560"/>
          </a:xfrm>
          <a:prstGeom prst="ellipse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1536192"/>
            <a:ext cx="1051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246888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11F36"/>
                </a:solidFill>
              </a:defRPr>
            </a:pPr>
            <a:r>
              <a:t>Analysis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Inspected traffic and scan behavior in Wireshark.</a:t>
            </a:r>
          </a:p>
        </p:txBody>
      </p:sp>
      <p:sp>
        <p:nvSpPr>
          <p:cNvPr id="15" name="Oval 14"/>
          <p:cNvSpPr/>
          <p:nvPr/>
        </p:nvSpPr>
        <p:spPr>
          <a:xfrm>
            <a:off x="6355080" y="1280160"/>
            <a:ext cx="1051560" cy="1051560"/>
          </a:xfrm>
          <a:prstGeom prst="ellipse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536192"/>
            <a:ext cx="1051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246888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11F36"/>
                </a:solidFill>
              </a:defRPr>
            </a:pPr>
            <a:r>
              <a:t>Assessment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Confirmed vulnerabilities and prioritized risks.</a:t>
            </a:r>
          </a:p>
        </p:txBody>
      </p:sp>
      <p:sp>
        <p:nvSpPr>
          <p:cNvPr id="18" name="Oval 17"/>
          <p:cNvSpPr/>
          <p:nvPr/>
        </p:nvSpPr>
        <p:spPr>
          <a:xfrm>
            <a:off x="8275320" y="1280160"/>
            <a:ext cx="1051560" cy="1051560"/>
          </a:xfrm>
          <a:prstGeom prst="ellipse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1536192"/>
            <a:ext cx="1051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0728" y="246888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11F36"/>
                </a:solidFill>
              </a:defRPr>
            </a:pPr>
            <a:r>
              <a:t>Hardening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Closed ports 21, 23, and 1099.</a:t>
            </a:r>
          </a:p>
        </p:txBody>
      </p:sp>
      <p:sp>
        <p:nvSpPr>
          <p:cNvPr id="21" name="Oval 20"/>
          <p:cNvSpPr/>
          <p:nvPr/>
        </p:nvSpPr>
        <p:spPr>
          <a:xfrm>
            <a:off x="10195560" y="1280160"/>
            <a:ext cx="1051560" cy="1051560"/>
          </a:xfrm>
          <a:prstGeom prst="ellipse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95560" y="1536192"/>
            <a:ext cx="1051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30968" y="246888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11F36"/>
                </a:solidFill>
              </a:defRPr>
            </a:pPr>
            <a:r>
              <a:t>Verification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Used after-scans to confirm the changes.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886200"/>
            <a:ext cx="106527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2" y="3995928"/>
            <a:ext cx="10323576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  <a:latin typeface="Aptos"/>
              </a:defRPr>
            </a:pPr>
            <a:r>
              <a:t>Main takeaway: I completed a full network-security assessment cycle — from discovering the network to analyzing packets, identifying vulnerabilities, implementing hardening, and verifying the result.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394960"/>
            <a:ext cx="1065276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1832" y="5504688"/>
            <a:ext cx="103235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  <a:latin typeface="Aptos"/>
              </a:defRPr>
            </a:pPr>
            <a:r>
              <a:t>Tools: Nmap 7.99 • Wireshark • Kali Linux • Metasploitable2 • VMware</a:t>
            </a:r>
            <a:br/>
            <a:r>
              <a:t>Testing was performed only in the authorized host-only lab environment.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1171</Words>
  <Application>Microsoft Office PowerPoint</Application>
  <PresentationFormat>Widescreen</PresentationFormat>
  <Paragraphs>106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 Noor</cp:lastModifiedBy>
  <cp:revision>3</cp:revision>
  <dcterms:created xsi:type="dcterms:W3CDTF">2013-01-27T09:14:16Z</dcterms:created>
  <dcterms:modified xsi:type="dcterms:W3CDTF">2026-09-06T09:48:28Z</dcterms:modified>
  <cp:category/>
</cp:coreProperties>
</file>