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86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43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FBD9E7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445752" y="4114800"/>
            <a:ext cx="4572000" cy="4572000"/>
          </a:xfrm>
          <a:prstGeom prst="ellipse">
            <a:avLst/>
          </a:prstGeom>
          <a:solidFill>
            <a:srgbClr val="CFEAF7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268712" y="-1188720"/>
            <a:ext cx="2377440" cy="2377440"/>
          </a:xfrm>
          <a:prstGeom prst="ellipse">
            <a:avLst/>
          </a:prstGeom>
          <a:solidFill>
            <a:srgbClr val="F2A6C4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mnt/user-data/upload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502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057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BD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35204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Networking, Traffic Analysis &amp; Security Concepts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545836" y="4251960"/>
            <a:ext cx="1097280" cy="0"/>
          </a:xfrm>
          <a:prstGeom prst="line">
            <a:avLst/>
          </a:prstGeom>
          <a:noFill/>
          <a:ln w="25400">
            <a:solidFill>
              <a:srgbClr val="F2A6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Mah Noor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Wireshark   •   Nmap   •   Cisco Packet Tracer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-1097280"/>
            <a:ext cx="2926080" cy="2926080"/>
          </a:xfrm>
          <a:prstGeom prst="ellipse">
            <a:avLst/>
          </a:prstGeom>
          <a:solidFill>
            <a:srgbClr val="FBD9E7">
              <a:alpha val="7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274552" y="548640"/>
            <a:ext cx="1645920" cy="1645920"/>
          </a:xfrm>
          <a:prstGeom prst="ellipse">
            <a:avLst/>
          </a:prstGeom>
          <a:solidFill>
            <a:srgbClr val="CFEAF7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Week Covered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theory and hands-on practice with real networking &amp; security tools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9A9C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65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Services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060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common ports mapped with protocol and use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9A9C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1965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Devices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6060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Switch &amp; Firewall — how they work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9A9C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947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3657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Basics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2976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MITM, DoS &amp; Packet Sniffing concepts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17920" y="34290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9A9C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446520" y="3657600"/>
            <a:ext cx="640080" cy="640080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7947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23760" y="3657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325112"/>
            <a:ext cx="48920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&amp; analyzed real network traffic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120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9A9C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777240" y="5349240"/>
            <a:ext cx="640080" cy="64008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48640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54480" y="5349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9893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ports and detected running services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217920" y="5120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9A9C4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6446520" y="5349240"/>
            <a:ext cx="640080" cy="640080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48640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23760" y="5349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6446520" y="59893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LANs &amp; a safe MITM simulation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BD9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Theory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BD9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85166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450592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Services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table of 20+ ports (like 22-SSH, 80-HTTP, 443-HTTPS) with their protocol and everyday use.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CFEA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69214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45059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Devices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how a Router, Switch and Firewall work, with real-life examples and the key Router vs Switch difference.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BD9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953262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245059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461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Basics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8404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MITM, DoS and Packet Sniffing attacks — how each works and simple ways to prevent them.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8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0" cy="640080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PACKET ANALYSIS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515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Wireshark Traffic Capture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148840"/>
            <a:ext cx="3794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live traffic while browsing websites like google.com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“dns” to see domain lookups and responses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“tls” to confirm HTTPS traffic was encrypted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source &amp; destination IPs for every packet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92040" y="502920"/>
            <a:ext cx="6766560" cy="58521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8FD3F4"/>
            </a:solidFill>
            <a:prstDash val="solid"/>
          </a:ln>
          <a:effectLst>
            <a:outerShdw blurRad="101600" dist="38100" dir="5400000" algn="bl" rotWithShape="0">
              <a:srgbClr val="C9BBD3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/mnt/user-data/uploads/Screenshot_2026-08-26_2301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143370"/>
            <a:ext cx="6126480" cy="41140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852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Wireshark capture on my Wi-Fi network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8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0" cy="64008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NETWORK SCANNING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515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Port Scan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148840"/>
            <a:ext cx="3794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the legal practice target scanme.nmap.org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open ports: 22 (SSH) and 80 (HTTP)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-sV to detect service versions: OpenSSH 6.6.1p1, Apache 2.4.7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focused scan on ports 22, 80 and 443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92040" y="502920"/>
            <a:ext cx="6766560" cy="58521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F2A6C4"/>
            </a:solidFill>
            <a:prstDash val="solid"/>
          </a:ln>
          <a:effectLst>
            <a:outerShdw blurRad="101600" dist="38100" dir="5400000" algn="bl" rotWithShape="0">
              <a:srgbClr val="C9BBD3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/mnt/user-data/uploads/Screenshot_2026-08-27_0016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110931"/>
            <a:ext cx="6126480" cy="41789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852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version scan on scanme.nmap.org (-sV)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8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0" cy="640080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LAN SETUP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515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Tracer: Simple LAN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148840"/>
            <a:ext cx="3794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small LAN with 2 PCs and 1 switch in Cisco Packet Tracer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static IPs: PC0 = 192.168.1.10, PC1 = 192.168.1.11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PCs placed on the same subnet (255.255.255.0)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setup with a successful ping between the PCs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92040" y="502920"/>
            <a:ext cx="6766560" cy="58521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8FD3F4"/>
            </a:solidFill>
            <a:prstDash val="solid"/>
          </a:ln>
          <a:effectLst>
            <a:outerShdw blurRad="101600" dist="38100" dir="5400000" algn="bl" rotWithShape="0">
              <a:srgbClr val="C9BBD3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/mnt/user-data/uploads/Screenshot_2026-08-27_0023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908270"/>
            <a:ext cx="6126480" cy="25842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852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PCs connected through a switch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8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0" cy="64008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MITM 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515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MITM Simulation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148840"/>
            <a:ext cx="3794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Victim PC, Attacker PC, Switch &amp; Router topology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connectivity between all devices with ping tests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an attacker can sit between victim &amp; router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risks (data theft) and prevention (HTTPS, VPN)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92040" y="502920"/>
            <a:ext cx="6766560" cy="58521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F2A6C4"/>
            </a:solidFill>
            <a:prstDash val="solid"/>
          </a:ln>
          <a:effectLst>
            <a:outerShdw blurRad="101600" dist="38100" dir="5400000" algn="bl" rotWithShape="0">
              <a:srgbClr val="C9BBD3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/mnt/user-data/uploads/Screenshot_2026-08-27_0037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31121"/>
            <a:ext cx="6126480" cy="373855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12080" y="5852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PC &amp; Attacker PC sharing a switch with Router0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CFEA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C4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This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8FB"/>
          </a:solidFill>
          <a:ln/>
          <a:effectLst>
            <a:outerShdw blurRad="76200" dist="25400" dir="5400000" algn="bl" rotWithShape="0">
              <a:srgbClr val="C9BBD3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851660" y="2194560"/>
            <a:ext cx="914400" cy="91440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450592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46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947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packet-capture tool used to study live traffic, DNS lookups and encrypted HTTPS data.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8FB"/>
          </a:solidFill>
          <a:ln/>
          <a:effectLst>
            <a:outerShdw blurRad="76200" dist="25400" dir="5400000" algn="bl" rotWithShape="0">
              <a:srgbClr val="C9BBD3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692140" y="2194560"/>
            <a:ext cx="914400" cy="914400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45059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46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7947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scanning tool used to find open ports and detect service versions on a safe target.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8FB"/>
          </a:solidFill>
          <a:ln/>
          <a:effectLst>
            <a:outerShdw blurRad="76200" dist="25400" dir="5400000" algn="bl" rotWithShape="0">
              <a:srgbClr val="C9BBD3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9532620" y="2194560"/>
            <a:ext cx="914400" cy="914400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245059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46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4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79476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Cisco's free simulator used to build LANs, assign IPs, and test a safe MITM topology.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•  Week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43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657600" cy="3657600"/>
          </a:xfrm>
          <a:prstGeom prst="ellipse">
            <a:avLst/>
          </a:prstGeom>
          <a:solidFill>
            <a:srgbClr val="CFEAF7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994392" y="-1463040"/>
            <a:ext cx="3657600" cy="3657600"/>
          </a:xfrm>
          <a:prstGeom prst="ellipse">
            <a:avLst/>
          </a:prstGeom>
          <a:solidFill>
            <a:srgbClr val="FBD9E7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0" y="6400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384048" cy="384048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682496"/>
            <a:ext cx="8714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DNS and HTTPS actually look on the wire using Wireshark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463040" y="2395728"/>
            <a:ext cx="384048" cy="384048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4780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2340864"/>
            <a:ext cx="8714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responsible scanning with Nmap on a legal practice target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463040" y="3054096"/>
            <a:ext cx="384048" cy="384048"/>
          </a:xfrm>
          <a:prstGeom prst="ellipse">
            <a:avLst/>
          </a:prstGeom>
          <a:solidFill>
            <a:srgbClr val="F2A6C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313639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011680" y="2999232"/>
            <a:ext cx="8714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building LANs and IP addressing in Cisco Packet Tracer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1463040" y="3712464"/>
            <a:ext cx="384048" cy="384048"/>
          </a:xfrm>
          <a:prstGeom prst="ellipse">
            <a:avLst/>
          </a:prstGeom>
          <a:solidFill>
            <a:srgbClr val="8FD3F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379476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011680" y="3657600"/>
            <a:ext cx="8714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MITM, DoS &amp; Packet Sniffing attacks and how to prevent them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636" y="53492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BD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585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 Noor</cp:lastModifiedBy>
  <cp:revision>2</cp:revision>
  <dcterms:created xsi:type="dcterms:W3CDTF">2026-08-26T20:16:08Z</dcterms:created>
  <dcterms:modified xsi:type="dcterms:W3CDTF">2026-08-26T20:21:23Z</dcterms:modified>
</cp:coreProperties>
</file>