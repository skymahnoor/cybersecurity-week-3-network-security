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651760" cy="6858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5176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WEEK 3 – NETWORK 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8000"/>
            <a:ext cx="10698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300" b="0">
                <a:solidFill>
                  <a:srgbClr val="BFDBFE"/>
                </a:solidFill>
                <a:latin typeface="Aptos"/>
              </a:defRPr>
            </a:pPr>
            <a:r>
              <a:t>Nmap &amp; Wireshark Practical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69848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DG INTERNS HUB</a:t>
            </a:r>
            <a:r>
              <a:rPr dirty="0"/>
              <a:t> </a:t>
            </a:r>
            <a:r>
              <a:rPr lang="en-US" dirty="0"/>
              <a:t>CYBER SECURITY INTERNSHIP </a:t>
            </a:r>
            <a:r>
              <a:rPr dirty="0"/>
              <a:t>• Ethical Hacking Track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77639"/>
            <a:ext cx="1051560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69079"/>
            <a:ext cx="102412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Aptos"/>
              </a:defRPr>
            </a:pPr>
            <a:r>
              <a:rPr dirty="0"/>
              <a:t>Complete assessment cycle: Discovery → Enumeration → Traffic Analysis → Vulnerability Assessment → Hardening →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Mah Noor  |  Kali Linux ↔ Metasploitable2  |  VMware Host-Only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1. Objectives &amp; Network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Authorized host-only lab environment used for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Discover active hosts and identify the target using Nmap.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Identify exposed ports, services, and versions.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Capture and analyze live traffic with Wireshark.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Correlate Nmap results with packet-level evidence.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Assess vulnerabilities and document risk.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Apply hardening and verify the changes with after-scans.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106424"/>
            <a:ext cx="5212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111F36"/>
                </a:solidFill>
                <a:latin typeface="Aptos"/>
              </a:defRPr>
            </a:pPr>
            <a:r>
              <a:rPr dirty="0"/>
              <a:t>VMware Host-Only Network: VMnet1 — 192.168.139.0/24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590131"/>
            <a:ext cx="516636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675120" y="5760720"/>
            <a:ext cx="4892040" cy="594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All scanning, testing, and packet capture were performed only on this private authorized lab.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228D158-F332-75D1-2EB7-28A4FA3B1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677597"/>
            <a:ext cx="5829805" cy="37722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2. Task 7 – Network Discovery &amp; Basic Nmap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Discovering live hosts before examining their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8404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356616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900" b="0">
                <a:solidFill>
                  <a:srgbClr val="1E293B"/>
                </a:solidFill>
                <a:latin typeface="Aptos"/>
              </a:defRPr>
            </a:pPr>
            <a:r>
              <a:t>Command used</a:t>
            </a:r>
            <a:br/>
            <a:r>
              <a:t>nmap -sn 192.168.139.0/24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234440"/>
            <a:ext cx="662940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1325880"/>
            <a:ext cx="635508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Aptos"/>
              </a:defRPr>
            </a:pPr>
            <a:r>
              <a:t>Result</a:t>
            </a:r>
            <a:br/>
            <a:r>
              <a:t>5 active hosts were found in the /24 subnet. The key target was Metasploitable2 at 192.168.139.129.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78892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IP Address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Vendor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Kali Linux – Attacker/Analyst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VMware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Metasploitable2 – Target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VMware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Gateway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VMware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192.168.139.254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VMware DHCP/NAT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VMware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60920" y="2788920"/>
            <a:ext cx="4069080" cy="2286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2880360"/>
            <a:ext cx="37947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Aptos"/>
              </a:defRPr>
            </a:pPr>
            <a:r>
              <a:t>Next: nmap -sV 192.168.139.129</a:t>
            </a:r>
            <a:br/>
            <a:r>
              <a:t>This moved the assessment from host discovery to service/version enumeration.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3. Task 8 – Advanced Nmap: Port &amp; Service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Required structured summary of exposed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ptos"/>
              </a:defRPr>
            </a:pPr>
            <a:r>
              <a:t>Command: nmap -sV 192.168.139.129  |  Additional scan: nmap -A 192.168.139.129  |  SYN scan: sudo nmap -sS 192.168.139.129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2014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2430">
                <a:tc>
                  <a:txBody>
                    <a:bodyPr/>
                    <a:lstStyle/>
                    <a:p>
                      <a:pPr algn="ctr">
                        <a:defRPr sz="8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IP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Port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Protocol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Version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Observation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FTP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vsFTPd 2.3.4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Known backdoor; anonymous login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SSH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OpenSSH 4.7p1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Old remote-access service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Telnet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Linux telnetd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Credentials in plain 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HTTP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Apache 2.2.8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Old web server / CVEs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139/445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Samba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Samba 3.x–4.x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Old file-sharing 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1524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Bindshell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Metasploitable shell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Root shell backdoor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3306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MySQL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5.0.51a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Outdated DB exposed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5432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PostgreSQL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8.3.x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Old DB exposed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6667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IRC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UnrealIRCd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Known backdoor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8009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AJP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Apache Jserv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Ghostcat risk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HTTP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Tomcat/Coyote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Default-credential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4. Task 9 – Wireshark Network Traffic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Capturing live traffic on eth0 and analyzing protocol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65760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338328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ptos"/>
              </a:defRPr>
            </a:pPr>
            <a:r>
              <a:t>Capture file</a:t>
            </a:r>
            <a:br/>
            <a:r>
              <a:t>wireshark_eth0RW77U3.pcapng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143000"/>
            <a:ext cx="333756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234440"/>
            <a:ext cx="306324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DNS</a:t>
            </a:r>
            <a:br/>
            <a:r>
              <a:t>Filter: dns</a:t>
            </a:r>
            <a:br/>
            <a:r>
              <a:t>Kali generated DNS queries, including google.com and metasploitable.localdomain.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143000"/>
            <a:ext cx="338328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234440"/>
            <a:ext cx="310896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TCP / HTTP</a:t>
            </a:r>
            <a:br/>
            <a:r>
              <a:t>Filter: tcp</a:t>
            </a:r>
            <a:br/>
            <a:r>
              <a:t>Observed SYN → SYN/ACK → ACK, followed by GET / and 200 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3474720" cy="1280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3200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ICMP</a:t>
            </a:r>
            <a:br/>
            <a:r>
              <a:t>Filter: icmp</a:t>
            </a:r>
            <a:br/>
            <a:r>
              <a:t>Echo requests/replies confirmed the target was alive and reachable.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88920"/>
            <a:ext cx="3474720" cy="1280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2880360"/>
            <a:ext cx="3200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SYN packets</a:t>
            </a:r>
            <a:br/>
            <a:r>
              <a:t>Filter: tcp.flags.syn == 1</a:t>
            </a:r>
            <a:br/>
            <a:r>
              <a:t>Isolated new TCP connection attempts.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788920"/>
            <a:ext cx="338328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880360"/>
            <a:ext cx="310896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Conversation statistics</a:t>
            </a:r>
            <a:br/>
            <a:r>
              <a:t>Statistics → Conversations showed 1,027 packets / 60 KB in the major Ethernet conversation out of 2,072 total packets.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09160"/>
            <a:ext cx="1078992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10515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Aptos"/>
              </a:defRPr>
            </a:pPr>
            <a:r>
              <a:t>What I learned: Wireshark made the network activity visible at packet level instead of relying only on scanner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5. Task 10 – Nmap + Wireshark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Comparing scanner results with packet-level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107899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Nmap Result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Wireshark Evidence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Port 80 — 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SYN → SYN/ACK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Web server is running and accepting connections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Port 22 — Open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SYN → SYN/ACK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SSH service is active and responding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Port 143 — 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SYN → 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IMAP is not in use; target rejects connection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Port 995 — Closed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SYN → RST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POP3S is closed; no service running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Port 8888 — 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SYN → 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No service on port 8888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Port 21 — Open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SYN → SYN/ACK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FTP service/backdoor is active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Port 1524 — 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SYN → SYN/ACK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Root bindshell is active and responding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806440"/>
            <a:ext cx="10744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897879"/>
            <a:ext cx="10469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50" b="0">
                <a:solidFill>
                  <a:srgbClr val="1E293B"/>
                </a:solidFill>
                <a:latin typeface="Aptos"/>
              </a:defRPr>
            </a:pPr>
            <a:r>
              <a:t>Key conclusion: an open port produced SYN/ACK; a closed port produced RST. Wireshark verified the Nmap results at packet level.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6. Task 11 – Advanced Network Traffic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Top communicating hosts + interesting events identified from the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65760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338328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Top communicating hosts</a:t>
            </a:r>
            <a:br/>
            <a:r>
              <a:t>192.168.139.128 — Kali: source of most scans</a:t>
            </a:r>
            <a:br/>
            <a:r>
              <a:t>192.168.139.129 — Metasploitable2: scan destination</a:t>
            </a:r>
            <a:br/>
            <a:r>
              <a:t>8.8.8.8 — DNS destination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078992"/>
            <a:ext cx="6858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111F36"/>
                </a:solidFill>
                <a:latin typeface="Aptos"/>
              </a:defRPr>
            </a:pPr>
            <a:r>
              <a:t>Interesting events observed in the pcapng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00200"/>
          <a:ext cx="11292834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3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3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3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3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3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3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Time (s)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Source IP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Destination IP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Port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Protocol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Observation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Security Significance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2.575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SYN port-scan probe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Start of Nmap reconnaissance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148.396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143,995,8888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SYNs to closed ports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Range scan; ~1,002 SYN packets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148.396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RST/ACK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Target rejected closed 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2.635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8.8.8.8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Query for google.com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Normal DNS resolution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2.576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HTTP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GET / HTTP/1.1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Web request to Apache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2.594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HTTP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200 OK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Apache returned page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ICMP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ICMP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Echo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Host discovery / reachability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148.402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192.168.139.129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445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TCP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SYN to Samba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Potential SMB enumeration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7. Task 12 – Vulnerability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Nmap NSE evidence, risk classification, impact, and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43000"/>
          <a:ext cx="113842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Finding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Reasoning / Evidence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Recommendation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vsFTPd 2.3.4 backdoor (CVE-2011-2523)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Port 21 + NSE vuln result; remote root-shell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Disable/remove vsftpd 2.3.4; replace with SFTP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Bindshell on port 1524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Open root shell; no authentication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Kill process; block 1524; audit backdoors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UnrealIRCd backdoor (6667)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Known backdoor / remote command execution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Disable/remove IRC; block 6667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Telnet exposed (23)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Plain-text credentials visible in Wireshark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Disable Telnet; use SSH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r-services (512–514)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Unencrypted legacy remote services; lateral-movement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Disable rexec/rlogin/rsh; use SSH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Anonymous FTP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Anonymous access can expose or alter files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Disable anonymous login; use SFTP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Outdated MySQL/PostgreSQL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Old database versions directly network-exposed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Update; restrict to required hosts/firewall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SSL POODLE (CVE-2014-3566)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NSE confirmed SSLv3 weakness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Disable SSLv3; TLS 1.2+; update OpenSSL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VNC 5900 / NFS 2049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Remote desktop / file-share exposure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Restrict access; firewall/VPN; audit exports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8. Task 13 – Security Hardening &amp; Before/After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Fixes were applied on Metasploitable2 and verified from Kali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Security Issue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Before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 Taken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After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vsFTPd 2.3.4 — Port 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OPEN /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Killed xinetd process (PID 5019) managing vsftpd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Backdoor eliminated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Telnet — Port 23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OPEN / 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Same xinetd process stopped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Unencrypted remote access eliminated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Java RMI — Port 1099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OPEN / 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Killed rmiregistry process (PID 5152)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RCE vector removed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3434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Used netstat to identify listening processes before terminating them.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Ran a fresh nmap -sV scan after the changes.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Final verification confirmed ports 21, 23, and 1099 were closed.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8992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Outcome: 3 high-risk attack vectors were removed and verified with after-scans.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9. Task 14 – Five Professional Security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Recommendations stated in the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789920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1. Apply least privilege for network services</a:t>
            </a:r>
            <a:br/>
            <a:r>
              <a:t>Disable every service that is not absolutely necessary; minimize exposed 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30552"/>
            <a:ext cx="10789920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21992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2. Replace unencrypted protocols</a:t>
            </a:r>
            <a:br/>
            <a:r>
              <a:t>Replace Telnet with SSH, FTP with SFTP/SCP, and disable r-services.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18104"/>
            <a:ext cx="10789920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209544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3. Keep software updated and patched</a:t>
            </a:r>
            <a:br/>
            <a:r>
              <a:t>Maintain current versions and monitor CVE/security advisories.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05656"/>
            <a:ext cx="10789920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197096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4. Implement segmentation and firewall rules</a:t>
            </a:r>
            <a:br/>
            <a:r>
              <a:t>Restrict databases, NFS/Samba, VNC, and SSH to trusted hosts/management networks.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093208"/>
            <a:ext cx="10789920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184648"/>
            <a:ext cx="1051560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5. Deploy IDS and perform regular scanning</a:t>
            </a:r>
            <a:br/>
            <a:r>
              <a:t>Use IDS such as Snort/Suricata and regularly scan owned systems for exposure.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10. Final Assessment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The complete Week 3 security-assessment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50876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ptos"/>
              </a:defRPr>
            </a:pPr>
            <a:r>
              <a:t>1. Discovery</a:t>
            </a:r>
            <a:br/>
            <a:r>
              <a:t>Active hosts found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04872" y="123444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42032" y="1325880"/>
            <a:ext cx="150876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ptos"/>
              </a:defRPr>
            </a:pPr>
            <a:r>
              <a:t>2. Enumeration</a:t>
            </a:r>
            <a:br/>
            <a:r>
              <a:t>Ports/services identified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23444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43984" y="1325880"/>
            <a:ext cx="150876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ptos"/>
              </a:defRPr>
            </a:pPr>
            <a:r>
              <a:t>3. Analysis</a:t>
            </a:r>
            <a:br/>
            <a:r>
              <a:t>Traffic inspected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23444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5936" y="1325880"/>
            <a:ext cx="150876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ptos"/>
              </a:defRPr>
            </a:pPr>
            <a:r>
              <a:t>4. Assessment</a:t>
            </a:r>
            <a:br/>
            <a:r>
              <a:t>Risks documented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0728" y="123444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325880"/>
            <a:ext cx="150876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ptos"/>
              </a:defRPr>
            </a:pPr>
            <a:r>
              <a:t>5. Hardening</a:t>
            </a:r>
            <a:br/>
            <a:r>
              <a:t>3 ports closed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123444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49840" y="1325880"/>
            <a:ext cx="150876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ptos"/>
              </a:defRPr>
            </a:pPr>
            <a:r>
              <a:t>6. Verification</a:t>
            </a:r>
            <a:br/>
            <a:r>
              <a:t>Fixes re-scanned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971800"/>
            <a:ext cx="1078992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105156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Aptos"/>
              </a:defRPr>
            </a:pPr>
            <a:r>
              <a:t>Major findings: 3 critical backdoors (vsftpd, bindshell, UnrealIRCd), confirmed POODLE, multiple outdated services, Telnet, anonymous FTP, and exposed databases.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1078992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1051560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Aptos"/>
              </a:defRPr>
            </a:pPr>
            <a:r>
              <a:t>Hardening result: Ports 21, 23, and 1099 moved from OPEN → CLOSED and were verified with after-scans.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40680"/>
            <a:ext cx="1078992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ptos"/>
              </a:defRPr>
            </a:pPr>
            <a:r>
              <a:t>Main learning: professional security work is not only running tools — it is interpreting evidence, prioritizing risk, fixing weaknesses, and proving the fix worked.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References &amp; Assessment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t>Key resources cited in the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Resource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Use</a:t>
                      </a:r>
                    </a:p>
                  </a:txBody>
                  <a:tcPr anchor="ctr">
                    <a:solidFill>
                      <a:srgbClr val="11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Nmap Official Website / Reference Guide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Nmap commands and documentation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Nmap NSE Documentation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Vulnerability detection scripts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Wireshark Official Website / User's Guide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Packet capture and traffic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Wireshark Display Filter Reference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Display filters used in investigation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MITRE ATT&amp;CK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Security / adversary-technique 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CVE Program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CVE references and vulnerability identifiers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CVE-2011-2523 / CVE-2014-3566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vsFTPd backdoor / SSL POODLE evidence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Metasploitable2 Documentation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Target lab environment reference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440680"/>
            <a:ext cx="1069848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532120"/>
            <a:ext cx="10424159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Aptos"/>
              </a:defRPr>
            </a:pPr>
            <a:r>
              <a:t>Scope statement: all scanning, testing, and packet capture were performed exclusively on the authorized VMware host-only lab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1563</Words>
  <Application>Microsoft Office PowerPoint</Application>
  <PresentationFormat>Widescreen</PresentationFormat>
  <Paragraphs>343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Mah Noor</cp:lastModifiedBy>
  <cp:revision>3</cp:revision>
  <dcterms:created xsi:type="dcterms:W3CDTF">2013-01-27T09:14:16Z</dcterms:created>
  <dcterms:modified xsi:type="dcterms:W3CDTF">2026-09-06T10:05:07Z</dcterms:modified>
  <cp:category/>
</cp:coreProperties>
</file>